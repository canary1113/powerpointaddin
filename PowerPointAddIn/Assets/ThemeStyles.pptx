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yle1" id="{AFCC75E3-10B1-440E-9B8B-CCCA51FD1FD1}">
          <p14:sldIdLst>
            <p14:sldId id="258"/>
            <p14:sldId id="259"/>
          </p14:sldIdLst>
        </p14:section>
        <p14:section name="Style2" id="{C5407B95-78DE-4E28-84A1-D34DB6CB8656}">
          <p14:sldIdLst>
            <p14:sldId id="256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B040D-4F57-4013-8114-989E667B5401}" v="14" dt="2026-05-01T06:30:12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6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ren Yu" userId="12818f453dc4738e" providerId="LiveId" clId="{C9D4D186-A487-403B-B76F-915FE1BD6553}"/>
    <pc:docChg chg="undo custSel addSld modSld addSection modSection">
      <pc:chgData name="Zheren Yu" userId="12818f453dc4738e" providerId="LiveId" clId="{C9D4D186-A487-403B-B76F-915FE1BD6553}" dt="2026-05-01T06:33:38.278" v="227" actId="14861"/>
      <pc:docMkLst>
        <pc:docMk/>
      </pc:docMkLst>
      <pc:sldChg chg="addSp delSp modSp mod">
        <pc:chgData name="Zheren Yu" userId="12818f453dc4738e" providerId="LiveId" clId="{C9D4D186-A487-403B-B76F-915FE1BD6553}" dt="2026-05-01T03:44:46.325" v="112" actId="692"/>
        <pc:sldMkLst>
          <pc:docMk/>
          <pc:sldMk cId="3492794157" sldId="256"/>
        </pc:sldMkLst>
        <pc:spChg chg="del">
          <ac:chgData name="Zheren Yu" userId="12818f453dc4738e" providerId="LiveId" clId="{C9D4D186-A487-403B-B76F-915FE1BD6553}" dt="2026-05-01T03:42:34.654" v="84" actId="478"/>
          <ac:spMkLst>
            <pc:docMk/>
            <pc:sldMk cId="3492794157" sldId="256"/>
            <ac:spMk id="11" creationId="{84BCB575-A97A-CF1B-0AB9-61B0029A1055}"/>
          </ac:spMkLst>
        </pc:spChg>
        <pc:spChg chg="del">
          <ac:chgData name="Zheren Yu" userId="12818f453dc4738e" providerId="LiveId" clId="{C9D4D186-A487-403B-B76F-915FE1BD6553}" dt="2026-05-01T03:42:32.246" v="83" actId="478"/>
          <ac:spMkLst>
            <pc:docMk/>
            <pc:sldMk cId="3492794157" sldId="256"/>
            <ac:spMk id="12" creationId="{998F8270-5532-6EDD-25A4-7173FB206EF7}"/>
          </ac:spMkLst>
        </pc:spChg>
        <pc:spChg chg="del">
          <ac:chgData name="Zheren Yu" userId="12818f453dc4738e" providerId="LiveId" clId="{C9D4D186-A487-403B-B76F-915FE1BD6553}" dt="2026-05-01T03:42:37.214" v="85" actId="478"/>
          <ac:spMkLst>
            <pc:docMk/>
            <pc:sldMk cId="3492794157" sldId="256"/>
            <ac:spMk id="13" creationId="{D8315E4B-7C3A-7C4B-835D-E07D51E44F4C}"/>
          </ac:spMkLst>
        </pc:spChg>
        <pc:spChg chg="mod">
          <ac:chgData name="Zheren Yu" userId="12818f453dc4738e" providerId="LiveId" clId="{C9D4D186-A487-403B-B76F-915FE1BD6553}" dt="2026-05-01T03:41:55.187" v="82" actId="207"/>
          <ac:spMkLst>
            <pc:docMk/>
            <pc:sldMk cId="3492794157" sldId="256"/>
            <ac:spMk id="14" creationId="{ED159809-F98C-4134-9B71-62B514D4E4AB}"/>
          </ac:spMkLst>
        </pc:spChg>
        <pc:spChg chg="add mod">
          <ac:chgData name="Zheren Yu" userId="12818f453dc4738e" providerId="LiveId" clId="{C9D4D186-A487-403B-B76F-915FE1BD6553}" dt="2026-05-01T03:41:43.621" v="81" actId="1037"/>
          <ac:spMkLst>
            <pc:docMk/>
            <pc:sldMk cId="3492794157" sldId="256"/>
            <ac:spMk id="16" creationId="{8341337C-208C-F61C-4BE5-DDF6DCF1A679}"/>
          </ac:spMkLst>
        </pc:spChg>
        <pc:spChg chg="add del mod">
          <ac:chgData name="Zheren Yu" userId="12818f453dc4738e" providerId="LiveId" clId="{C9D4D186-A487-403B-B76F-915FE1BD6553}" dt="2026-05-01T03:43:36.418" v="93" actId="478"/>
          <ac:spMkLst>
            <pc:docMk/>
            <pc:sldMk cId="3492794157" sldId="256"/>
            <ac:spMk id="17" creationId="{BAF637FE-C6F8-5F04-B86A-AF06D2270CD7}"/>
          </ac:spMkLst>
        </pc:spChg>
        <pc:spChg chg="add mod">
          <ac:chgData name="Zheren Yu" userId="12818f453dc4738e" providerId="LiveId" clId="{C9D4D186-A487-403B-B76F-915FE1BD6553}" dt="2026-05-01T03:44:16.359" v="107" actId="207"/>
          <ac:spMkLst>
            <pc:docMk/>
            <pc:sldMk cId="3492794157" sldId="256"/>
            <ac:spMk id="18" creationId="{6526B403-6513-D6D4-A822-C3BF579E10AD}"/>
          </ac:spMkLst>
        </pc:spChg>
        <pc:spChg chg="add mod">
          <ac:chgData name="Zheren Yu" userId="12818f453dc4738e" providerId="LiveId" clId="{C9D4D186-A487-403B-B76F-915FE1BD6553}" dt="2026-05-01T03:44:46.325" v="112" actId="692"/>
          <ac:spMkLst>
            <pc:docMk/>
            <pc:sldMk cId="3492794157" sldId="256"/>
            <ac:spMk id="19" creationId="{46553443-02F1-1EAF-BD69-3F82506B4748}"/>
          </ac:spMkLst>
        </pc:spChg>
      </pc:sldChg>
      <pc:sldChg chg="addSp modSp mod">
        <pc:chgData name="Zheren Yu" userId="12818f453dc4738e" providerId="LiveId" clId="{C9D4D186-A487-403B-B76F-915FE1BD6553}" dt="2026-05-01T06:19:49.300" v="151" actId="1035"/>
        <pc:sldMkLst>
          <pc:docMk/>
          <pc:sldMk cId="4073106672" sldId="258"/>
        </pc:sldMkLst>
        <pc:spChg chg="mod">
          <ac:chgData name="Zheren Yu" userId="12818f453dc4738e" providerId="LiveId" clId="{C9D4D186-A487-403B-B76F-915FE1BD6553}" dt="2026-05-01T03:39:27.065" v="65" actId="20577"/>
          <ac:spMkLst>
            <pc:docMk/>
            <pc:sldMk cId="4073106672" sldId="258"/>
            <ac:spMk id="4" creationId="{351E52B2-4D4B-DDE2-BA14-58BB28289CE2}"/>
          </ac:spMkLst>
        </pc:spChg>
        <pc:spChg chg="mod">
          <ac:chgData name="Zheren Yu" userId="12818f453dc4738e" providerId="LiveId" clId="{C9D4D186-A487-403B-B76F-915FE1BD6553}" dt="2026-05-01T03:33:55.806" v="20" actId="14861"/>
          <ac:spMkLst>
            <pc:docMk/>
            <pc:sldMk cId="4073106672" sldId="258"/>
            <ac:spMk id="5" creationId="{0C381CEB-7D0F-0EDE-7C93-119F23B7C762}"/>
          </ac:spMkLst>
        </pc:spChg>
        <pc:spChg chg="mod">
          <ac:chgData name="Zheren Yu" userId="12818f453dc4738e" providerId="LiveId" clId="{C9D4D186-A487-403B-B76F-915FE1BD6553}" dt="2026-05-01T03:32:21.114" v="1" actId="1076"/>
          <ac:spMkLst>
            <pc:docMk/>
            <pc:sldMk cId="4073106672" sldId="258"/>
            <ac:spMk id="6" creationId="{19EEB379-1154-81FD-98E3-72DB87724294}"/>
          </ac:spMkLst>
        </pc:spChg>
        <pc:spChg chg="mod">
          <ac:chgData name="Zheren Yu" userId="12818f453dc4738e" providerId="LiveId" clId="{C9D4D186-A487-403B-B76F-915FE1BD6553}" dt="2026-05-01T03:40:28.589" v="70" actId="207"/>
          <ac:spMkLst>
            <pc:docMk/>
            <pc:sldMk cId="4073106672" sldId="258"/>
            <ac:spMk id="7" creationId="{9A36DBA9-84BA-2B44-EE38-C2726BA01EF7}"/>
          </ac:spMkLst>
        </pc:spChg>
        <pc:spChg chg="mod">
          <ac:chgData name="Zheren Yu" userId="12818f453dc4738e" providerId="LiveId" clId="{C9D4D186-A487-403B-B76F-915FE1BD6553}" dt="2026-05-01T03:38:00.462" v="29" actId="1076"/>
          <ac:spMkLst>
            <pc:docMk/>
            <pc:sldMk cId="4073106672" sldId="258"/>
            <ac:spMk id="9" creationId="{7CC7DE80-05BD-9CA1-0DB3-06EE77D574FE}"/>
          </ac:spMkLst>
        </pc:spChg>
        <pc:spChg chg="mod">
          <ac:chgData name="Zheren Yu" userId="12818f453dc4738e" providerId="LiveId" clId="{C9D4D186-A487-403B-B76F-915FE1BD6553}" dt="2026-05-01T03:40:07.635" v="68" actId="207"/>
          <ac:spMkLst>
            <pc:docMk/>
            <pc:sldMk cId="4073106672" sldId="258"/>
            <ac:spMk id="10" creationId="{08BE9E2C-FF09-9082-68E9-95CC2B19B250}"/>
          </ac:spMkLst>
        </pc:spChg>
        <pc:spChg chg="add mod">
          <ac:chgData name="Zheren Yu" userId="12818f453dc4738e" providerId="LiveId" clId="{C9D4D186-A487-403B-B76F-915FE1BD6553}" dt="2026-05-01T03:34:40.884" v="21"/>
          <ac:spMkLst>
            <pc:docMk/>
            <pc:sldMk cId="4073106672" sldId="258"/>
            <ac:spMk id="11" creationId="{7FF8566E-43B2-3A03-6DE2-ABAC87B98FE6}"/>
          </ac:spMkLst>
        </pc:spChg>
        <pc:spChg chg="add mod">
          <ac:chgData name="Zheren Yu" userId="12818f453dc4738e" providerId="LiveId" clId="{C9D4D186-A487-403B-B76F-915FE1BD6553}" dt="2026-05-01T03:34:56.323" v="23" actId="1076"/>
          <ac:spMkLst>
            <pc:docMk/>
            <pc:sldMk cId="4073106672" sldId="258"/>
            <ac:spMk id="12" creationId="{F3787B74-E57F-C80D-3BFE-A6467B5FA6CE}"/>
          </ac:spMkLst>
        </pc:spChg>
        <pc:spChg chg="add mod">
          <ac:chgData name="Zheren Yu" userId="12818f453dc4738e" providerId="LiveId" clId="{C9D4D186-A487-403B-B76F-915FE1BD6553}" dt="2026-05-01T03:42:52.829" v="89" actId="2711"/>
          <ac:spMkLst>
            <pc:docMk/>
            <pc:sldMk cId="4073106672" sldId="258"/>
            <ac:spMk id="13" creationId="{64DF09D9-3C67-24A3-50E8-BE1C5AC73669}"/>
          </ac:spMkLst>
        </pc:spChg>
        <pc:spChg chg="add mod">
          <ac:chgData name="Zheren Yu" userId="12818f453dc4738e" providerId="LiveId" clId="{C9D4D186-A487-403B-B76F-915FE1BD6553}" dt="2026-05-01T06:19:49.300" v="151" actId="1035"/>
          <ac:spMkLst>
            <pc:docMk/>
            <pc:sldMk cId="4073106672" sldId="258"/>
            <ac:spMk id="14" creationId="{776DC008-4196-044A-C553-07F7C212DC2E}"/>
          </ac:spMkLst>
        </pc:spChg>
        <pc:grpChg chg="add mod">
          <ac:chgData name="Zheren Yu" userId="12818f453dc4738e" providerId="LiveId" clId="{C9D4D186-A487-403B-B76F-915FE1BD6553}" dt="2026-05-01T03:38:27.592" v="34" actId="1038"/>
          <ac:grpSpMkLst>
            <pc:docMk/>
            <pc:sldMk cId="4073106672" sldId="258"/>
            <ac:grpSpMk id="8" creationId="{E038B247-387E-C10D-3313-9BD44C5AAD70}"/>
          </ac:grpSpMkLst>
        </pc:grpChg>
      </pc:sldChg>
      <pc:sldChg chg="modSp add mod">
        <pc:chgData name="Zheren Yu" userId="12818f453dc4738e" providerId="LiveId" clId="{C9D4D186-A487-403B-B76F-915FE1BD6553}" dt="2026-05-01T06:33:38.278" v="227" actId="14861"/>
        <pc:sldMkLst>
          <pc:docMk/>
          <pc:sldMk cId="2703747459" sldId="259"/>
        </pc:sldMkLst>
        <pc:spChg chg="mod">
          <ac:chgData name="Zheren Yu" userId="12818f453dc4738e" providerId="LiveId" clId="{C9D4D186-A487-403B-B76F-915FE1BD6553}" dt="2026-05-01T06:25:25.395" v="186" actId="207"/>
          <ac:spMkLst>
            <pc:docMk/>
            <pc:sldMk cId="2703747459" sldId="259"/>
            <ac:spMk id="4" creationId="{ED75110D-0FAA-9F21-9D9F-9772AB14D6EF}"/>
          </ac:spMkLst>
        </pc:spChg>
        <pc:spChg chg="mod">
          <ac:chgData name="Zheren Yu" userId="12818f453dc4738e" providerId="LiveId" clId="{C9D4D186-A487-403B-B76F-915FE1BD6553}" dt="2026-05-01T06:33:14.099" v="221" actId="14861"/>
          <ac:spMkLst>
            <pc:docMk/>
            <pc:sldMk cId="2703747459" sldId="259"/>
            <ac:spMk id="5" creationId="{731A4CC1-7233-21BD-E4E4-2491CAB33C07}"/>
          </ac:spMkLst>
        </pc:spChg>
        <pc:spChg chg="mod">
          <ac:chgData name="Zheren Yu" userId="12818f453dc4738e" providerId="LiveId" clId="{C9D4D186-A487-403B-B76F-915FE1BD6553}" dt="2026-05-01T06:16:20.643" v="138" actId="207"/>
          <ac:spMkLst>
            <pc:docMk/>
            <pc:sldMk cId="2703747459" sldId="259"/>
            <ac:spMk id="6" creationId="{D13E21D6-C7D5-07EC-F257-6DBDBECC0B80}"/>
          </ac:spMkLst>
        </pc:spChg>
        <pc:spChg chg="mod">
          <ac:chgData name="Zheren Yu" userId="12818f453dc4738e" providerId="LiveId" clId="{C9D4D186-A487-403B-B76F-915FE1BD6553}" dt="2026-05-01T06:16:48.333" v="139" actId="207"/>
          <ac:spMkLst>
            <pc:docMk/>
            <pc:sldMk cId="2703747459" sldId="259"/>
            <ac:spMk id="7" creationId="{F7D928D0-2283-7469-7A0C-C034B7A5FDCC}"/>
          </ac:spMkLst>
        </pc:spChg>
        <pc:spChg chg="mod">
          <ac:chgData name="Zheren Yu" userId="12818f453dc4738e" providerId="LiveId" clId="{C9D4D186-A487-403B-B76F-915FE1BD6553}" dt="2026-05-01T06:33:27.016" v="224" actId="692"/>
          <ac:spMkLst>
            <pc:docMk/>
            <pc:sldMk cId="2703747459" sldId="259"/>
            <ac:spMk id="9" creationId="{98866F57-798E-694A-A0B6-FE93BA2087C9}"/>
          </ac:spMkLst>
        </pc:spChg>
        <pc:spChg chg="mod">
          <ac:chgData name="Zheren Yu" userId="12818f453dc4738e" providerId="LiveId" clId="{C9D4D186-A487-403B-B76F-915FE1BD6553}" dt="2026-05-01T06:14:50.774" v="135" actId="207"/>
          <ac:spMkLst>
            <pc:docMk/>
            <pc:sldMk cId="2703747459" sldId="259"/>
            <ac:spMk id="10" creationId="{3B3D6C65-3B27-1B1C-0B7D-E0DC08C0D06A}"/>
          </ac:spMkLst>
        </pc:spChg>
        <pc:spChg chg="mod">
          <ac:chgData name="Zheren Yu" userId="12818f453dc4738e" providerId="LiveId" clId="{C9D4D186-A487-403B-B76F-915FE1BD6553}" dt="2026-05-01T06:33:38.278" v="227" actId="14861"/>
          <ac:spMkLst>
            <pc:docMk/>
            <pc:sldMk cId="2703747459" sldId="259"/>
            <ac:spMk id="12" creationId="{DC86971F-EB3D-1006-EB58-E669AA5A8822}"/>
          </ac:spMkLst>
        </pc:spChg>
        <pc:spChg chg="mod">
          <ac:chgData name="Zheren Yu" userId="12818f453dc4738e" providerId="LiveId" clId="{C9D4D186-A487-403B-B76F-915FE1BD6553}" dt="2026-05-01T06:18:21.841" v="146" actId="207"/>
          <ac:spMkLst>
            <pc:docMk/>
            <pc:sldMk cId="2703747459" sldId="259"/>
            <ac:spMk id="13" creationId="{8D4AAD2E-0AFB-EF01-2860-A9081950A93F}"/>
          </ac:spMkLst>
        </pc:spChg>
        <pc:spChg chg="mod">
          <ac:chgData name="Zheren Yu" userId="12818f453dc4738e" providerId="LiveId" clId="{C9D4D186-A487-403B-B76F-915FE1BD6553}" dt="2026-05-01T06:19:53.566" v="152" actId="1035"/>
          <ac:spMkLst>
            <pc:docMk/>
            <pc:sldMk cId="2703747459" sldId="259"/>
            <ac:spMk id="14" creationId="{3E7CF9B6-BDFE-23E9-1ABA-93632BDED386}"/>
          </ac:spMkLst>
        </pc:spChg>
        <pc:grpChg chg="mod">
          <ac:chgData name="Zheren Yu" userId="12818f453dc4738e" providerId="LiveId" clId="{C9D4D186-A487-403B-B76F-915FE1BD6553}" dt="2026-05-01T06:11:24.470" v="120" actId="207"/>
          <ac:grpSpMkLst>
            <pc:docMk/>
            <pc:sldMk cId="2703747459" sldId="259"/>
            <ac:grpSpMk id="8" creationId="{CA8D8CDE-B987-037E-FAB3-1F62349293B5}"/>
          </ac:grpSpMkLst>
        </pc:grpChg>
      </pc:sldChg>
      <pc:sldChg chg="modSp add mod">
        <pc:chgData name="Zheren Yu" userId="12818f453dc4738e" providerId="LiveId" clId="{C9D4D186-A487-403B-B76F-915FE1BD6553}" dt="2026-05-01T06:32:31.491" v="218" actId="207"/>
        <pc:sldMkLst>
          <pc:docMk/>
          <pc:sldMk cId="1465726665" sldId="260"/>
        </pc:sldMkLst>
        <pc:spChg chg="mod">
          <ac:chgData name="Zheren Yu" userId="12818f453dc4738e" providerId="LiveId" clId="{C9D4D186-A487-403B-B76F-915FE1BD6553}" dt="2026-05-01T06:25:45.131" v="187" actId="207"/>
          <ac:spMkLst>
            <pc:docMk/>
            <pc:sldMk cId="1465726665" sldId="260"/>
            <ac:spMk id="7" creationId="{86B596E5-AAA0-EDC5-DF56-FEC3E973C984}"/>
          </ac:spMkLst>
        </pc:spChg>
        <pc:spChg chg="mod">
          <ac:chgData name="Zheren Yu" userId="12818f453dc4738e" providerId="LiveId" clId="{C9D4D186-A487-403B-B76F-915FE1BD6553}" dt="2026-05-01T06:28:37.472" v="208" actId="207"/>
          <ac:spMkLst>
            <pc:docMk/>
            <pc:sldMk cId="1465726665" sldId="260"/>
            <ac:spMk id="8" creationId="{E239A712-F87F-B626-41E7-FC11C45BBECE}"/>
          </ac:spMkLst>
        </pc:spChg>
        <pc:spChg chg="mod">
          <ac:chgData name="Zheren Yu" userId="12818f453dc4738e" providerId="LiveId" clId="{C9D4D186-A487-403B-B76F-915FE1BD6553}" dt="2026-05-01T06:29:14.614" v="211" actId="207"/>
          <ac:spMkLst>
            <pc:docMk/>
            <pc:sldMk cId="1465726665" sldId="260"/>
            <ac:spMk id="9" creationId="{42F0B324-978F-864E-E2F3-0D64AA09ADBC}"/>
          </ac:spMkLst>
        </pc:spChg>
        <pc:spChg chg="mod">
          <ac:chgData name="Zheren Yu" userId="12818f453dc4738e" providerId="LiveId" clId="{C9D4D186-A487-403B-B76F-915FE1BD6553}" dt="2026-05-01T06:32:07.003" v="214" actId="14861"/>
          <ac:spMkLst>
            <pc:docMk/>
            <pc:sldMk cId="1465726665" sldId="260"/>
            <ac:spMk id="10" creationId="{9567E03C-4941-3C26-F608-0B6D15D7470A}"/>
          </ac:spMkLst>
        </pc:spChg>
        <pc:spChg chg="mod">
          <ac:chgData name="Zheren Yu" userId="12818f453dc4738e" providerId="LiveId" clId="{C9D4D186-A487-403B-B76F-915FE1BD6553}" dt="2026-05-01T06:32:17.045" v="215" actId="207"/>
          <ac:spMkLst>
            <pc:docMk/>
            <pc:sldMk cId="1465726665" sldId="260"/>
            <ac:spMk id="14" creationId="{F4E6C4C9-9234-B998-7165-0A46C1E2B314}"/>
          </ac:spMkLst>
        </pc:spChg>
        <pc:spChg chg="mod">
          <ac:chgData name="Zheren Yu" userId="12818f453dc4738e" providerId="LiveId" clId="{C9D4D186-A487-403B-B76F-915FE1BD6553}" dt="2026-05-01T06:24:51.961" v="184" actId="207"/>
          <ac:spMkLst>
            <pc:docMk/>
            <pc:sldMk cId="1465726665" sldId="260"/>
            <ac:spMk id="16" creationId="{B184EEB6-BED9-7E34-D218-191FB366C2B6}"/>
          </ac:spMkLst>
        </pc:spChg>
        <pc:spChg chg="mod">
          <ac:chgData name="Zheren Yu" userId="12818f453dc4738e" providerId="LiveId" clId="{C9D4D186-A487-403B-B76F-915FE1BD6553}" dt="2026-05-01T06:32:31.491" v="218" actId="207"/>
          <ac:spMkLst>
            <pc:docMk/>
            <pc:sldMk cId="1465726665" sldId="260"/>
            <ac:spMk id="18" creationId="{44508A15-0A79-B718-018E-63E7D39B956F}"/>
          </ac:spMkLst>
        </pc:spChg>
        <pc:spChg chg="mod">
          <ac:chgData name="Zheren Yu" userId="12818f453dc4738e" providerId="LiveId" clId="{C9D4D186-A487-403B-B76F-915FE1BD6553}" dt="2026-05-01T06:32:28.876" v="217" actId="692"/>
          <ac:spMkLst>
            <pc:docMk/>
            <pc:sldMk cId="1465726665" sldId="260"/>
            <ac:spMk id="19" creationId="{3AF5523C-0797-ED79-BD7C-CAB70AF15E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522ED-D96C-7DC8-99DD-F21A8F9DD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0E2AD7-867B-2E45-985E-8316FBE4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A1F033-6DB7-B1A2-AA0D-9110CB17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AB2670-81D4-C454-FB36-584367F6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15912-D158-82B7-CF2B-3DF6D391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6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AFD93-639D-A080-EF41-8778573C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D316B-2D94-9991-9851-A7306FB6D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474A6-02D0-DB6D-91DA-35C84B14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E3EAA8-794E-7C44-EA9F-29A78C01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896CF-C81A-DE5F-75B0-C3B48A1E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5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3DE66-E496-0C24-B924-84826339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EC9571-6923-B855-9F21-25FC2D896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9D0C0-5578-A005-870A-E4D2C808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E4789-A0FA-7EE6-5D20-C601394F3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43F12-F7D5-29A9-60CD-30688650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9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779B2-FE22-5BC5-9521-630F1A03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B2BE4B-0CF7-963A-4392-4DB9630B7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0E53F5-5D20-438E-DBFF-7584B50AA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AF2CE5-D7F7-8BE8-136F-829F7FB4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4844F3-08FC-9630-159D-5EDAF14A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495077-0BBF-F1A6-5DFB-546CF556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90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106CE-E069-B045-4AD9-9337A371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F1627F-7667-9383-882A-B6E30DA19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D8FBD-D292-F7E7-FAD1-C059EC8D4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0452997-35CF-4543-119C-2D19ADE09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194046-D12A-1602-8FD8-C32D8195F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479006-164F-A7C8-8561-6268D65C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A6A205-B6B4-7F10-0C41-18E9877A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83DA58-A515-9D80-C754-79BC5EA8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25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B4E1F-2679-D5ED-3D29-CC472280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33D011-9BF3-F0B4-F34B-34314C48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0CC336-E301-1730-1E1E-6B5939E1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64B2D1-E3DE-1DB0-42EB-A4AD3BC8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08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9557D2-2A3B-2E79-F411-826150F1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FD28C9-6776-21B5-B594-4DA78527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5B2E4-FD30-B86C-B97E-D3C723AE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1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D777D-073C-1DBD-EC16-0F99DC164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3A3A08-F896-E19D-92B7-AF7C2FBB6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8DE78E-73D0-47FD-02B2-E57109FF0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97B281-AC1A-9D96-C82F-CF316399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3601CA-1A5A-113E-D9EA-00968BAC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BA7925-CCC0-51AE-FA24-CFF23489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5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F90E0-272A-F587-42C7-D5DD0ED7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4A4AC5-D75F-5B16-4C52-6B85F22E4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8C987A-8EBE-A7A9-7DE0-EED93C8D0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44C91-17BB-9247-2610-66A8D8FA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69CA34-E366-11DF-761C-530BA61D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CCCCC-464E-F6E4-42A2-33027CEE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63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EFCA6-B5E8-0193-2EB2-A8E2084D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D05B45-4CB9-0865-13C0-776E07565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B82DE4-BA99-D093-59EA-A8D03FFC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C9FC8-41B4-D552-F147-BF0D9694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F1868-E252-0004-9261-74B6316C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89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9FB499-75A6-6A45-5D7F-DD9BC6321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E65242-2F11-EFBF-DB7C-1259F3B9A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E7EC9-6686-51A1-93A0-C726EF40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8B435-C781-8E5B-2C70-91AD3581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101273-4B01-29A9-221D-CF1D90A0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79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149C4F-A0FD-DBAE-A45B-51D818F7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C84205-4929-A06A-7909-01D288246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6C38FE-EEB2-618A-F2E3-1A1C58A74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BFF90-602E-435C-B203-74C77A91734D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19CFAE-15F6-42A3-2694-FF61BEFDE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0D538-6988-F3B6-11C6-725974E7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D36A8-78C6-4894-A858-22349A07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37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PTAssistant Theme Style1 110437">
            <a:extLst>
              <a:ext uri="{FF2B5EF4-FFF2-40B4-BE49-F238E27FC236}">
                <a16:creationId xmlns:a16="http://schemas.microsoft.com/office/drawing/2014/main" id="{351E52B2-4D4B-DDE2-BA14-58BB28289C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PPTAssistant Theme Style1 Capsule 110437">
            <a:extLst>
              <a:ext uri="{FF2B5EF4-FFF2-40B4-BE49-F238E27FC236}">
                <a16:creationId xmlns:a16="http://schemas.microsoft.com/office/drawing/2014/main" id="{0C381CEB-7D0F-0EDE-7C93-119F23B7C76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3396000" y="282170"/>
            <a:ext cx="5400000" cy="360000"/>
          </a:xfrm>
          <a:prstGeom prst="roundRect">
            <a:avLst>
              <a:gd name="adj" fmla="val 100000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63500" sx="102000" sy="102000" algn="ctr" rotWithShape="0">
              <a:srgbClr val="BFBFBF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PTAssistant Theme Style1 Selected Capsule 110437">
            <a:extLst>
              <a:ext uri="{FF2B5EF4-FFF2-40B4-BE49-F238E27FC236}">
                <a16:creationId xmlns:a16="http://schemas.microsoft.com/office/drawing/2014/main" id="{19EEB379-1154-81FD-98E3-72DB8772429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3439235" y="318168"/>
            <a:ext cx="900000" cy="288000"/>
          </a:xfrm>
          <a:prstGeom prst="roundRect">
            <a:avLst>
              <a:gd name="adj" fmla="val 100000"/>
            </a:avLst>
          </a:prstGeom>
          <a:solidFill>
            <a:schemeClr val="bg2">
              <a:lumMod val="90000"/>
              <a:alpha val="3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36DBA9-84BA-2B44-EE38-C2726BA01EF7}"/>
              </a:ext>
            </a:extLst>
          </p:cNvPr>
          <p:cNvSpPr txBox="1"/>
          <p:nvPr/>
        </p:nvSpPr>
        <p:spPr>
          <a:xfrm>
            <a:off x="3473065" y="323669"/>
            <a:ext cx="52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         Implementation          Analysis           Conclusion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038B247-387E-C10D-3313-9BD44C5AAD70}"/>
              </a:ext>
            </a:extLst>
          </p:cNvPr>
          <p:cNvGrpSpPr/>
          <p:nvPr/>
        </p:nvGrpSpPr>
        <p:grpSpPr>
          <a:xfrm>
            <a:off x="-19915" y="281506"/>
            <a:ext cx="2017042" cy="360000"/>
            <a:chOff x="261713" y="281506"/>
            <a:chExt cx="2017042" cy="360000"/>
          </a:xfrm>
        </p:grpSpPr>
        <p:sp>
          <p:nvSpPr>
            <p:cNvPr id="9" name="Rectangle: Rounded Corners 3">
              <a:extLst>
                <a:ext uri="{FF2B5EF4-FFF2-40B4-BE49-F238E27FC236}">
                  <a16:creationId xmlns:a16="http://schemas.microsoft.com/office/drawing/2014/main" id="{7CC7DE80-05BD-9CA1-0DB3-06EE77D574FE}"/>
                </a:ext>
              </a:extLst>
            </p:cNvPr>
            <p:cNvSpPr/>
            <p:nvPr userDrawn="1"/>
          </p:nvSpPr>
          <p:spPr>
            <a:xfrm>
              <a:off x="724439" y="281506"/>
              <a:ext cx="1079168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 w="9525">
              <a:solidFill>
                <a:schemeClr val="bg1"/>
              </a:solidFill>
            </a:ln>
            <a:effectLst>
              <a:outerShdw blurRad="63500" sx="101000" sy="101000" algn="ctr" rotWithShape="0">
                <a:schemeClr val="bg1">
                  <a:lumMod val="75000"/>
                  <a:alpha val="6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BE9E2C-FF09-9082-68E9-95CC2B19B250}"/>
                </a:ext>
              </a:extLst>
            </p:cNvPr>
            <p:cNvSpPr/>
            <p:nvPr userDrawn="1"/>
          </p:nvSpPr>
          <p:spPr>
            <a:xfrm>
              <a:off x="261713" y="327505"/>
              <a:ext cx="2017042" cy="27699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prstMaterial="softEdge"/>
            </a:bodyPr>
            <a:lstStyle/>
            <a:p>
              <a:pPr algn="ctr"/>
              <a:r>
                <a:rPr lang="en-US" altLang="zh-CN" sz="1200" b="1" dirty="0">
                  <a:ln/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Project Brief</a:t>
              </a:r>
              <a:endParaRPr lang="en-US" altLang="zh-CN" sz="1200" b="1" cap="none" spc="0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" name="椭圆 1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3787B74-E57F-C80D-3BFE-A6467B5FA6CE}"/>
              </a:ext>
            </a:extLst>
          </p:cNvPr>
          <p:cNvSpPr>
            <a:spLocks/>
          </p:cNvSpPr>
          <p:nvPr/>
        </p:nvSpPr>
        <p:spPr>
          <a:xfrm>
            <a:off x="11466964" y="301396"/>
            <a:ext cx="361121" cy="361121"/>
          </a:xfrm>
          <a:prstGeom prst="ellipse">
            <a:avLst/>
          </a:prstGeom>
          <a:solidFill>
            <a:schemeClr val="bg1">
              <a:alpha val="70000"/>
            </a:schemeClr>
          </a:solidFill>
          <a:ln w="952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bg1">
                    <a:alpha val="80000"/>
                    <a:lumMod val="0"/>
                    <a:lumOff val="100000"/>
                  </a:schemeClr>
                </a:gs>
                <a:gs pos="83000">
                  <a:schemeClr val="bg1">
                    <a:alpha val="60000"/>
                    <a:lumMod val="0"/>
                    <a:lumOff val="10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64DF09D9-3C67-24A3-50E8-BE1C5AC7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2710" y="301396"/>
            <a:ext cx="389626" cy="365125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2127EAF-D0A7-4392-BFEE-A21E41E72045}" type="slidenum">
              <a:rPr lang="zh-CN" altLang="en-US" smtClean="0"/>
              <a:pPr/>
              <a:t>1</a:t>
            </a:fld>
            <a:endParaRPr lang="zh-CN" altLang="en-US" dirty="0"/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776DC008-4196-044A-C553-07F7C212DC2E}"/>
              </a:ext>
            </a:extLst>
          </p:cNvPr>
          <p:cNvSpPr/>
          <p:nvPr/>
        </p:nvSpPr>
        <p:spPr>
          <a:xfrm>
            <a:off x="11509182" y="336546"/>
            <a:ext cx="276683" cy="276683"/>
          </a:xfrm>
          <a:prstGeom prst="arc">
            <a:avLst>
              <a:gd name="adj1" fmla="val 7336547"/>
              <a:gd name="adj2" fmla="val 3412435"/>
            </a:avLst>
          </a:prstGeom>
          <a:ln w="31750">
            <a:solidFill>
              <a:srgbClr val="0070C0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10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46A0-7A58-4F62-A03A-F0B1F86D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PTAssistant Theme Style1 110437">
            <a:extLst>
              <a:ext uri="{FF2B5EF4-FFF2-40B4-BE49-F238E27FC236}">
                <a16:creationId xmlns:a16="http://schemas.microsoft.com/office/drawing/2014/main" id="{ED75110D-0FAA-9F21-9D9F-9772AB14D6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PPTAssistant Theme Style1 Capsule 110437">
            <a:extLst>
              <a:ext uri="{FF2B5EF4-FFF2-40B4-BE49-F238E27FC236}">
                <a16:creationId xmlns:a16="http://schemas.microsoft.com/office/drawing/2014/main" id="{731A4CC1-7233-21BD-E4E4-2491CAB33C0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3396000" y="282170"/>
            <a:ext cx="5400000" cy="360000"/>
          </a:xfrm>
          <a:prstGeom prst="roundRect">
            <a:avLst>
              <a:gd name="adj" fmla="val 100000"/>
            </a:avLst>
          </a:prstGeom>
          <a:solidFill>
            <a:schemeClr val="bg2">
              <a:lumMod val="25000"/>
              <a:alpha val="70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PTAssistant Theme Style1 Selected Capsule 110437">
            <a:extLst>
              <a:ext uri="{FF2B5EF4-FFF2-40B4-BE49-F238E27FC236}">
                <a16:creationId xmlns:a16="http://schemas.microsoft.com/office/drawing/2014/main" id="{D13E21D6-C7D5-07EC-F257-6DBDBECC0B8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3439235" y="318168"/>
            <a:ext cx="900000" cy="288000"/>
          </a:xfrm>
          <a:prstGeom prst="roundRect">
            <a:avLst>
              <a:gd name="adj" fmla="val 100000"/>
            </a:avLst>
          </a:prstGeom>
          <a:solidFill>
            <a:schemeClr val="bg2">
              <a:lumMod val="50000"/>
              <a:alpha val="3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D928D0-2283-7469-7A0C-C034B7A5FDCC}"/>
              </a:ext>
            </a:extLst>
          </p:cNvPr>
          <p:cNvSpPr txBox="1"/>
          <p:nvPr/>
        </p:nvSpPr>
        <p:spPr>
          <a:xfrm>
            <a:off x="3473065" y="323669"/>
            <a:ext cx="52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altLang="zh-CN" sz="12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         Implementation          Analysis           Conclusion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A8D8CDE-B987-037E-FAB3-1F62349293B5}"/>
              </a:ext>
            </a:extLst>
          </p:cNvPr>
          <p:cNvGrpSpPr/>
          <p:nvPr/>
        </p:nvGrpSpPr>
        <p:grpSpPr>
          <a:xfrm>
            <a:off x="-19915" y="281506"/>
            <a:ext cx="2017042" cy="360000"/>
            <a:chOff x="261713" y="281506"/>
            <a:chExt cx="2017042" cy="360000"/>
          </a:xfrm>
        </p:grpSpPr>
        <p:sp>
          <p:nvSpPr>
            <p:cNvPr id="9" name="Rectangle: Rounded Corners 3">
              <a:extLst>
                <a:ext uri="{FF2B5EF4-FFF2-40B4-BE49-F238E27FC236}">
                  <a16:creationId xmlns:a16="http://schemas.microsoft.com/office/drawing/2014/main" id="{98866F57-798E-694A-A0B6-FE93BA2087C9}"/>
                </a:ext>
              </a:extLst>
            </p:cNvPr>
            <p:cNvSpPr/>
            <p:nvPr userDrawn="1"/>
          </p:nvSpPr>
          <p:spPr>
            <a:xfrm>
              <a:off x="724439" y="281506"/>
              <a:ext cx="1079168" cy="36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25000"/>
                <a:alpha val="70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63500" sx="101000" sy="101000" algn="ctr" rotWithShape="0">
                <a:schemeClr val="tx1">
                  <a:lumMod val="75000"/>
                  <a:lumOff val="25000"/>
                  <a:alpha val="6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B3D6C65-3B27-1B1C-0B7D-E0DC08C0D06A}"/>
                </a:ext>
              </a:extLst>
            </p:cNvPr>
            <p:cNvSpPr/>
            <p:nvPr userDrawn="1"/>
          </p:nvSpPr>
          <p:spPr>
            <a:xfrm>
              <a:off x="261713" y="327505"/>
              <a:ext cx="2017042" cy="27699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prstMaterial="softEdge"/>
            </a:bodyPr>
            <a:lstStyle/>
            <a:p>
              <a:pPr algn="ctr"/>
              <a:r>
                <a:rPr lang="en-US" altLang="zh-CN" sz="1200" b="1" dirty="0">
                  <a:ln/>
                  <a:solidFill>
                    <a:schemeClr val="bg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Project Brief</a:t>
              </a:r>
              <a:endParaRPr lang="en-US" altLang="zh-CN" sz="1200" b="1" cap="none" spc="0" dirty="0">
                <a:ln/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" name="椭圆 1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C86971F-EB3D-1006-EB58-E669AA5A8822}"/>
              </a:ext>
            </a:extLst>
          </p:cNvPr>
          <p:cNvSpPr>
            <a:spLocks/>
          </p:cNvSpPr>
          <p:nvPr/>
        </p:nvSpPr>
        <p:spPr>
          <a:xfrm>
            <a:off x="11466964" y="301396"/>
            <a:ext cx="361121" cy="361121"/>
          </a:xfrm>
          <a:prstGeom prst="ellipse">
            <a:avLst/>
          </a:prstGeom>
          <a:solidFill>
            <a:schemeClr val="bg2">
              <a:lumMod val="25000"/>
              <a:alpha val="70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8D4AAD2E-0AFB-EF01-2860-A9081950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2710" y="301396"/>
            <a:ext cx="389626" cy="365125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2127EAF-D0A7-4392-BFEE-A21E41E72045}" type="slidenum">
              <a:rPr lang="zh-CN" altLang="en-US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pPr/>
              <a:t>2</a:t>
            </a:fld>
            <a:endParaRPr lang="zh-CN" alt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3E7CF9B6-BDFE-23E9-1ABA-93632BDED386}"/>
              </a:ext>
            </a:extLst>
          </p:cNvPr>
          <p:cNvSpPr/>
          <p:nvPr/>
        </p:nvSpPr>
        <p:spPr>
          <a:xfrm>
            <a:off x="11509182" y="336546"/>
            <a:ext cx="276683" cy="276683"/>
          </a:xfrm>
          <a:prstGeom prst="arc">
            <a:avLst>
              <a:gd name="adj1" fmla="val 7336547"/>
              <a:gd name="adj2" fmla="val 3412435"/>
            </a:avLst>
          </a:prstGeom>
          <a:ln w="31750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74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PTAssistant Theme Style2Background 104523">
            <a:extLst>
              <a:ext uri="{FF2B5EF4-FFF2-40B4-BE49-F238E27FC236}">
                <a16:creationId xmlns:a16="http://schemas.microsoft.com/office/drawing/2014/main" id="{0270F119-BC01-FC73-226A-E131DAAED6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PTAssistant Theme Style2 Header 104523">
            <a:extLst>
              <a:ext uri="{FF2B5EF4-FFF2-40B4-BE49-F238E27FC236}">
                <a16:creationId xmlns:a16="http://schemas.microsoft.com/office/drawing/2014/main" id="{1438279E-245E-61BD-CE71-D623280F0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"/>
            </p:custDataLst>
          </p:nvPr>
        </p:nvSpPr>
        <p:spPr>
          <a:xfrm>
            <a:off x="0" y="0"/>
            <a:ext cx="12214800" cy="83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F2F2"/>
            </a:solidFill>
            <a:prstDash val="solid"/>
          </a:ln>
          <a:effectLst>
            <a:outerShdw blurRad="50800" dist="38100" dir="5400000" algn="tl" rotWithShape="0">
              <a:schemeClr val="bg1">
                <a:lumMod val="9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PPTAssistant Theme Style2 Capsule 104523">
            <a:extLst>
              <a:ext uri="{FF2B5EF4-FFF2-40B4-BE49-F238E27FC236}">
                <a16:creationId xmlns:a16="http://schemas.microsoft.com/office/drawing/2014/main" id="{D500930C-0C9C-2B6E-EDC4-C8289727B6B3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3396000" y="221299"/>
            <a:ext cx="5400000" cy="360000"/>
          </a:xfrm>
          <a:prstGeom prst="roundRect">
            <a:avLst>
              <a:gd name="adj" fmla="val 100000"/>
            </a:avLst>
          </a:prstGeom>
          <a:solidFill>
            <a:srgbClr val="EA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PTAssistant Theme Style2 Selected Capsule 104523">
            <a:extLst>
              <a:ext uri="{FF2B5EF4-FFF2-40B4-BE49-F238E27FC236}">
                <a16:creationId xmlns:a16="http://schemas.microsoft.com/office/drawing/2014/main" id="{641C944D-5164-7333-0EB3-F657AA90BC5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3451783" y="257778"/>
            <a:ext cx="900000" cy="2880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tl" rotWithShape="0">
              <a:srgbClr val="C4C4C4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159809-F98C-4134-9B71-62B514D4E4AB}"/>
              </a:ext>
            </a:extLst>
          </p:cNvPr>
          <p:cNvSpPr txBox="1"/>
          <p:nvPr/>
        </p:nvSpPr>
        <p:spPr>
          <a:xfrm>
            <a:off x="3473065" y="257778"/>
            <a:ext cx="52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         Implementation          Analysis           Conclusion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341337C-208C-F61C-4BE5-DDF6DCF1A679}"/>
              </a:ext>
            </a:extLst>
          </p:cNvPr>
          <p:cNvSpPr txBox="1"/>
          <p:nvPr/>
        </p:nvSpPr>
        <p:spPr>
          <a:xfrm>
            <a:off x="79496" y="257778"/>
            <a:ext cx="11787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Brief</a:t>
            </a:r>
            <a:endParaRPr lang="en-US" altLang="zh-CN" sz="1200" b="1" cap="none" spc="0" dirty="0">
              <a:ln/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6526B403-6513-D6D4-A822-C3BF579E10AD}"/>
              </a:ext>
            </a:extLst>
          </p:cNvPr>
          <p:cNvSpPr txBox="1">
            <a:spLocks/>
          </p:cNvSpPr>
          <p:nvPr/>
        </p:nvSpPr>
        <p:spPr>
          <a:xfrm>
            <a:off x="11535951" y="231748"/>
            <a:ext cx="389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74B4E5-9121-47C5-8BAB-4B2847A11BF5}" type="slidenum">
              <a:rPr lang="zh-CN" altLang="en-US" b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ctr"/>
              <a:t>3</a:t>
            </a:fld>
            <a:endParaRPr lang="zh-CN" alt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46553443-02F1-1EAF-BD69-3F82506B4748}"/>
              </a:ext>
            </a:extLst>
          </p:cNvPr>
          <p:cNvSpPr/>
          <p:nvPr/>
        </p:nvSpPr>
        <p:spPr>
          <a:xfrm>
            <a:off x="11592167" y="275968"/>
            <a:ext cx="276683" cy="276683"/>
          </a:xfrm>
          <a:prstGeom prst="arc">
            <a:avLst>
              <a:gd name="adj1" fmla="val 7336547"/>
              <a:gd name="adj2" fmla="val 3412435"/>
            </a:avLst>
          </a:prstGeom>
          <a:ln w="31750">
            <a:solidFill>
              <a:srgbClr val="0070C0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794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116B-84E5-888A-AFC3-7DA7F220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PTAssistant Theme Style2Background 104523">
            <a:extLst>
              <a:ext uri="{FF2B5EF4-FFF2-40B4-BE49-F238E27FC236}">
                <a16:creationId xmlns:a16="http://schemas.microsoft.com/office/drawing/2014/main" id="{86B596E5-AAA0-EDC5-DF56-FEC3E973C9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PTAssistant Theme Style2 Header 104523">
            <a:extLst>
              <a:ext uri="{FF2B5EF4-FFF2-40B4-BE49-F238E27FC236}">
                <a16:creationId xmlns:a16="http://schemas.microsoft.com/office/drawing/2014/main" id="{E239A712-F87F-B626-41E7-FC11C45BBE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"/>
            </p:custDataLst>
          </p:nvPr>
        </p:nvSpPr>
        <p:spPr>
          <a:xfrm>
            <a:off x="0" y="0"/>
            <a:ext cx="12214800" cy="8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25400">
            <a:noFill/>
            <a:prstDash val="solid"/>
          </a:ln>
          <a:effectLst>
            <a:outerShdw blurRad="50800" dist="38100" dir="5400000" algn="tl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PPTAssistant Theme Style2 Capsule 104523">
            <a:extLst>
              <a:ext uri="{FF2B5EF4-FFF2-40B4-BE49-F238E27FC236}">
                <a16:creationId xmlns:a16="http://schemas.microsoft.com/office/drawing/2014/main" id="{42F0B324-978F-864E-E2F3-0D64AA09ADB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3396000" y="221299"/>
            <a:ext cx="5400000" cy="360000"/>
          </a:xfrm>
          <a:prstGeom prst="roundRect">
            <a:avLst>
              <a:gd name="adj" fmla="val 100000"/>
            </a:avLst>
          </a:prstGeom>
          <a:solidFill>
            <a:schemeClr val="tx1">
              <a:lumMod val="85000"/>
              <a:lumOff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PTAssistant Theme Style2 Selected Capsule 104523">
            <a:extLst>
              <a:ext uri="{FF2B5EF4-FFF2-40B4-BE49-F238E27FC236}">
                <a16:creationId xmlns:a16="http://schemas.microsoft.com/office/drawing/2014/main" id="{9567E03C-4941-3C26-F608-0B6D15D7470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3451783" y="257778"/>
            <a:ext cx="900000" cy="288000"/>
          </a:xfrm>
          <a:prstGeom prst="roundRect">
            <a:avLst>
              <a:gd name="adj" fmla="val 100000"/>
            </a:avLst>
          </a:prstGeom>
          <a:solidFill>
            <a:schemeClr val="bg2">
              <a:lumMod val="25000"/>
            </a:schemeClr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tl" rotWithShape="0">
              <a:schemeClr val="bg2">
                <a:lumMod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E6C4C9-9234-B998-7165-0A46C1E2B314}"/>
              </a:ext>
            </a:extLst>
          </p:cNvPr>
          <p:cNvSpPr txBox="1"/>
          <p:nvPr/>
        </p:nvSpPr>
        <p:spPr>
          <a:xfrm>
            <a:off x="3473065" y="257778"/>
            <a:ext cx="52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   </a:t>
            </a:r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         Implementation          Analysis           Conclusion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84EEB6-BED9-7E34-D218-191FB366C2B6}"/>
              </a:ext>
            </a:extLst>
          </p:cNvPr>
          <p:cNvSpPr txBox="1"/>
          <p:nvPr/>
        </p:nvSpPr>
        <p:spPr>
          <a:xfrm>
            <a:off x="79496" y="257778"/>
            <a:ext cx="11787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n/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Brief</a:t>
            </a:r>
            <a:endParaRPr lang="en-US" altLang="zh-CN" sz="1200" b="1" cap="none" spc="0" dirty="0">
              <a:ln/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44508A15-0A79-B718-018E-63E7D39B956F}"/>
              </a:ext>
            </a:extLst>
          </p:cNvPr>
          <p:cNvSpPr txBox="1">
            <a:spLocks/>
          </p:cNvSpPr>
          <p:nvPr/>
        </p:nvSpPr>
        <p:spPr>
          <a:xfrm>
            <a:off x="11535951" y="231748"/>
            <a:ext cx="389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74B4E5-9121-47C5-8BAB-4B2847A11BF5}" type="slidenum">
              <a:rPr lang="zh-CN" altLang="en-US" b="1" smtClean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ctr"/>
              <a:t>4</a:t>
            </a:fld>
            <a:endParaRPr lang="zh-CN" altLang="en-US" b="1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3AF5523C-0797-ED79-BD7C-CAB70AF15E56}"/>
              </a:ext>
            </a:extLst>
          </p:cNvPr>
          <p:cNvSpPr/>
          <p:nvPr/>
        </p:nvSpPr>
        <p:spPr>
          <a:xfrm>
            <a:off x="11592167" y="275968"/>
            <a:ext cx="276683" cy="276683"/>
          </a:xfrm>
          <a:prstGeom prst="arc">
            <a:avLst>
              <a:gd name="adj1" fmla="val 7336547"/>
              <a:gd name="adj2" fmla="val 3412435"/>
            </a:avLst>
          </a:prstGeom>
          <a:ln w="31750">
            <a:solidFill>
              <a:schemeClr val="tx2">
                <a:lumMod val="50000"/>
                <a:lumOff val="5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266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1Capsu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1SelectedCapsu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1Capsu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1SelectedCapsu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Backgroun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Head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Capsu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SelectedCapsu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Backgroun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Head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Capsu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SSISTANTTHEME" val="Style2SelectedCapsu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32</Words>
  <Application>Microsoft Office PowerPoint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Zheren Yu</dc:creator>
  <cp:lastModifiedBy>Zheren Yu</cp:lastModifiedBy>
  <cp:revision>1</cp:revision>
  <dcterms:created xsi:type="dcterms:W3CDTF">2026-05-01T03:04:35Z</dcterms:created>
  <dcterms:modified xsi:type="dcterms:W3CDTF">2026-05-01T06:33:43Z</dcterms:modified>
</cp:coreProperties>
</file>